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67" r:id="rId5"/>
    <p:sldId id="259" r:id="rId6"/>
    <p:sldId id="261" r:id="rId7"/>
    <p:sldId id="260" r:id="rId8"/>
    <p:sldId id="262" r:id="rId9"/>
    <p:sldId id="27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7CD22-4621-4F1C-5A72-85FFA88A7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EBEC19-AF44-1D1F-94F9-4C813BB96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7A846-A85B-0580-4091-766E74DA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35DB3C-EB37-4A0A-0A51-1BAEFD39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2CC075-420D-FFA2-7F5D-05C952B5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88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E0801-D77E-DA6D-464E-A8C2F501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4E23F8-B731-00EC-6519-A91F5054B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C06FC9-F167-580A-8E6C-AB9AACA7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322FBF-3292-A92F-050C-7F9DBD07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70FB49-5F41-6597-C37D-072E068D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18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2A6D5-5F8A-2029-DD55-D9F5630B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06DDE-DE75-275F-9430-47757D8F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2E078F-61F3-5998-8F4B-CCE36A67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A27B0A-949F-1A2F-EB2D-5AC922F9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5B84A4-840A-0EA3-C306-3724C58D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44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BA60B-8C55-C88B-CEAC-543FBC0A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5BA66F-C179-BD5E-E3FD-EA5E38F5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7AE86F-E8DB-21DD-4ABC-05D2B1FD2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AB8C30-480F-FF63-9EAD-48D5474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74E3EE-8B90-10F8-5CD8-05B1A838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86EBEA-8537-F4FA-369C-6EC716F7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68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8A564-FC31-1B6E-CBF2-3C21A64C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F6FCA8-CD00-6360-FD9D-1C49D7D05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E8B53-4C62-C894-DCE3-C56177F8D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2CA5EE-11D9-6190-DE34-A8F356CFE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07C4C3-63B3-26C0-BA10-A1AC32C46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632F17-870F-9007-C39E-B730638D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B7013B-DA15-3601-C786-564A8CA0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0C7C6B-311A-9523-F357-C974CC9B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0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7232C-4DD7-68D3-15D5-EF549DF1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601515-1384-53B1-B0D2-C4837396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7DA3AE-6C9B-E4AC-D57A-15DE58F5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7346C9-8F8D-F336-D35E-D0986318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10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12C52E-419B-A0A5-0128-78AC5F5D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AEA0C0-A69B-1B47-E0AD-8D12D725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C71AE8-9855-E23F-B4CF-9A8912F0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11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47211-711D-B7B8-F9C2-6C3F309F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62E71-86B0-D31B-D13A-CAE68BC49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235616-9D8D-BE2A-9B22-4FD7B3654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EC1899-C077-F9A7-B5BC-A7EBE625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B7A8F3-4DB4-BD38-7A73-95E2D02C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79E2F-CBD9-753A-1A41-034D34C3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47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89641-20C4-2640-BC77-1F5092C9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78814D-43B7-7CB6-E0E1-3417A7060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093A22-9B73-5D7D-2C20-96388AA3F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D4A8F9-2A8F-1BC9-35DD-B29BB355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2AE066-DBB3-D50A-C9A9-FE98F0A0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3B867B-D4E0-9B48-B4F2-1854B0DE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06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C58F0-7837-F28A-D632-D4B9539D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191636-2169-B7E6-EBB8-9FC4FD024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C92268-4EF2-4207-83BC-D7D96903B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873107-34C9-3F5C-3DC8-5F09C39C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947128-194B-82A2-214B-B07DC2C1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6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153B3F-C2E2-63C3-65B2-00FB8132E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8D6878-0141-2448-E8A1-1CBD96C5E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C8E6D2-F80C-C583-CC7F-502180D0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43DF6-5DBC-720E-6C54-8DF23525B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B4E49C-BDC1-72FA-9FD7-39DB342F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62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C3713-1647-A059-1480-891F3688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582797-6B64-8568-B537-75C1EAEC1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B4D8A3-E7AB-99EC-6D52-B4A6DD4B7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C6BF3-8DD8-45F2-B17B-4C14A4453BC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FA3B06-5703-F8CA-A11C-D3BFDE583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D191-F499-F40A-278B-89DB023E7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8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4FE48-C130-9BC7-D18E-D8B8674FA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Шаблон презентации </a:t>
            </a:r>
            <a:r>
              <a:rPr lang="ru-KZ" dirty="0"/>
              <a:t>магистранта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86E08F-B1FB-A339-16A9-CEBB3CD18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ru-RU" dirty="0"/>
          </a:p>
          <a:p>
            <a:r>
              <a:rPr lang="ru-RU" dirty="0"/>
              <a:t>ФИО </a:t>
            </a:r>
            <a:r>
              <a:rPr lang="ru-KZ" dirty="0"/>
              <a:t>магистранта</a:t>
            </a:r>
            <a:r>
              <a:rPr lang="ru-RU" dirty="0"/>
              <a:t>, ВУЗ</a:t>
            </a:r>
            <a:r>
              <a:rPr lang="kk-KZ" dirty="0"/>
              <a:t>, Образовательная программа, период обучения</a:t>
            </a:r>
          </a:p>
          <a:p>
            <a:r>
              <a:rPr lang="kk-KZ" dirty="0"/>
              <a:t>Тема диссертации</a:t>
            </a:r>
          </a:p>
          <a:p>
            <a:r>
              <a:rPr lang="kk-KZ" dirty="0"/>
              <a:t>Научный руководитель, ученые степень и звание, аффилиация</a:t>
            </a:r>
          </a:p>
        </p:txBody>
      </p:sp>
    </p:spTree>
    <p:extLst>
      <p:ext uri="{BB962C8B-B14F-4D97-AF65-F5344CB8AC3E}">
        <p14:creationId xmlns:p14="http://schemas.microsoft.com/office/powerpoint/2010/main" val="3357001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38120-B1BE-964E-EBC1-D3B679CB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KZ" sz="3000" b="1" dirty="0"/>
              <a:t>1</a:t>
            </a:r>
            <a:r>
              <a:rPr lang="ru-RU" sz="3000" b="1" dirty="0"/>
              <a:t>. </a:t>
            </a:r>
            <a:r>
              <a:rPr lang="en-US" sz="3000" b="1" dirty="0"/>
              <a:t>Relevance of the research </a:t>
            </a:r>
            <a:r>
              <a:rPr lang="ru-RU" sz="3000" b="1" dirty="0"/>
              <a:t>/Актуальность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BF13E-1FB0-3B6B-8A76-9490E5486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72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ru-KZ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The purpose and objectives of the </a:t>
            </a:r>
            <a:r>
              <a:rPr lang="en-US" sz="3000" b="1" dirty="0">
                <a:cs typeface="Times New Roman" panose="02020603050405020304" pitchFamily="18" charset="0"/>
              </a:rPr>
              <a:t>research 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/Цель и з</a:t>
            </a:r>
            <a:r>
              <a:rPr lang="ru-RU" sz="3000" b="1" dirty="0"/>
              <a:t>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671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F6F99-5E08-19F0-0258-47E74199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/>
              <a:t>4. </a:t>
            </a:r>
            <a:r>
              <a:rPr lang="en-US" sz="3000" b="1" dirty="0"/>
              <a:t>Object and subject of research </a:t>
            </a:r>
            <a:r>
              <a:rPr lang="ru-RU" sz="3000" b="1" dirty="0"/>
              <a:t>/</a:t>
            </a:r>
            <a: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Объект и предмет исследования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F2625-D26F-05CB-3654-E659917A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32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Scientific methods used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/Применяемые научные методы</a:t>
            </a:r>
            <a:b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Initial data used 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/Используемые исходные данные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30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000" b="1" dirty="0"/>
              <a:t>n1. </a:t>
            </a:r>
            <a:r>
              <a:rPr lang="en-US" sz="3000" b="1" dirty="0"/>
              <a:t>Conclusions on the scientific work done for each task </a:t>
            </a:r>
            <a:r>
              <a:rPr lang="ru-RU" sz="3000" b="1" dirty="0"/>
              <a:t>/Выводы по проделанной научной работе</a:t>
            </a:r>
            <a:r>
              <a:rPr lang="ru-KZ" sz="3000" b="1" dirty="0"/>
              <a:t> по каждой задаче</a:t>
            </a:r>
            <a:r>
              <a:rPr lang="ru-RU" sz="3000" b="1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37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335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en-US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esults of the implementation of the IMWP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b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Результаты выполнения ИПРМ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898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Scientific internships</a:t>
            </a:r>
            <a:r>
              <a:rPr lang="ru-RU" dirty="0"/>
              <a:t>/Научная стажировка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2. </a:t>
            </a:r>
            <a:r>
              <a:rPr lang="en-US" dirty="0"/>
              <a:t>Plan for publishing scientific papers </a:t>
            </a:r>
            <a:r>
              <a:rPr lang="ru-RU" dirty="0"/>
              <a:t>/План издания научных публикаций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2423250-44A4-ECF8-7DC5-7BCDCF7C0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370374"/>
              </p:ext>
            </p:extLst>
          </p:nvPr>
        </p:nvGraphicFramePr>
        <p:xfrm>
          <a:off x="596900" y="2016681"/>
          <a:ext cx="10375901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555">
                  <a:extLst>
                    <a:ext uri="{9D8B030D-6E8A-4147-A177-3AD203B41FA5}">
                      <a16:colId xmlns:a16="http://schemas.microsoft.com/office/drawing/2014/main" val="3247819093"/>
                    </a:ext>
                  </a:extLst>
                </a:gridCol>
                <a:gridCol w="3420805">
                  <a:extLst>
                    <a:ext uri="{9D8B030D-6E8A-4147-A177-3AD203B41FA5}">
                      <a16:colId xmlns:a16="http://schemas.microsoft.com/office/drawing/2014/main" val="2535832502"/>
                    </a:ext>
                  </a:extLst>
                </a:gridCol>
                <a:gridCol w="2762380">
                  <a:extLst>
                    <a:ext uri="{9D8B030D-6E8A-4147-A177-3AD203B41FA5}">
                      <a16:colId xmlns:a16="http://schemas.microsoft.com/office/drawing/2014/main" val="1694692259"/>
                    </a:ext>
                  </a:extLst>
                </a:gridCol>
                <a:gridCol w="1819857">
                  <a:extLst>
                    <a:ext uri="{9D8B030D-6E8A-4147-A177-3AD203B41FA5}">
                      <a16:colId xmlns:a16="http://schemas.microsoft.com/office/drawing/2014/main" val="1029099849"/>
                    </a:ext>
                  </a:extLst>
                </a:gridCol>
                <a:gridCol w="1643304">
                  <a:extLst>
                    <a:ext uri="{9D8B030D-6E8A-4147-A177-3AD203B41FA5}">
                      <a16:colId xmlns:a16="http://schemas.microsoft.com/office/drawing/2014/main" val="1555913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Internship organization/ </a:t>
                      </a:r>
                      <a:r>
                        <a:rPr lang="ru-RU" dirty="0"/>
                        <a:t>Место прохождение стажировки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Period / </a:t>
                      </a:r>
                      <a:r>
                        <a:rPr lang="kk-KZ" dirty="0"/>
                        <a:t>Сроки прохождения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 / </a:t>
                      </a:r>
                      <a:r>
                        <a:rPr lang="ru-RU" dirty="0"/>
                        <a:t>Результаты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 of Completion / </a:t>
                      </a:r>
                      <a:r>
                        <a:rPr lang="ru-RU" dirty="0"/>
                        <a:t>Отметка о выполнении</a:t>
                      </a:r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023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365697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34769E0-BAD7-0936-4EFF-7F12EFAE4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640877"/>
              </p:ext>
            </p:extLst>
          </p:nvPr>
        </p:nvGraphicFramePr>
        <p:xfrm>
          <a:off x="596900" y="4470162"/>
          <a:ext cx="11150601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359">
                  <a:extLst>
                    <a:ext uri="{9D8B030D-6E8A-4147-A177-3AD203B41FA5}">
                      <a16:colId xmlns:a16="http://schemas.microsoft.com/office/drawing/2014/main" val="1524578138"/>
                    </a:ext>
                  </a:extLst>
                </a:gridCol>
                <a:gridCol w="3147341">
                  <a:extLst>
                    <a:ext uri="{9D8B030D-6E8A-4147-A177-3AD203B41FA5}">
                      <a16:colId xmlns:a16="http://schemas.microsoft.com/office/drawing/2014/main" val="4148717965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1457175043"/>
                    </a:ext>
                  </a:extLst>
                </a:gridCol>
                <a:gridCol w="2086336">
                  <a:extLst>
                    <a:ext uri="{9D8B030D-6E8A-4147-A177-3AD203B41FA5}">
                      <a16:colId xmlns:a16="http://schemas.microsoft.com/office/drawing/2014/main" val="1894892203"/>
                    </a:ext>
                  </a:extLst>
                </a:gridCol>
                <a:gridCol w="1609365">
                  <a:extLst>
                    <a:ext uri="{9D8B030D-6E8A-4147-A177-3AD203B41FA5}">
                      <a16:colId xmlns:a16="http://schemas.microsoft.com/office/drawing/2014/main" val="3008844558"/>
                    </a:ext>
                  </a:extLst>
                </a:gridCol>
              </a:tblGrid>
              <a:tr h="1119823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Title of the article/thesis</a:t>
                      </a:r>
                      <a:endParaRPr lang="ru-KZ" dirty="0"/>
                    </a:p>
                    <a:p>
                      <a:r>
                        <a:rPr lang="ru-RU" dirty="0"/>
                        <a:t>Наименование статьи/тезиса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the publication/conference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Completion dates/</a:t>
                      </a:r>
                    </a:p>
                    <a:p>
                      <a:r>
                        <a:rPr lang="ru-RU" dirty="0"/>
                        <a:t>Сроки выполнения</a:t>
                      </a:r>
                      <a:endParaRPr lang="ru-K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Mark of Completion / </a:t>
                      </a:r>
                      <a:r>
                        <a:rPr lang="ru-RU" dirty="0"/>
                        <a:t>Отметка о выполнении</a:t>
                      </a:r>
                      <a:endParaRPr lang="ru-KZ" dirty="0"/>
                    </a:p>
                    <a:p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75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K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369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41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/>
              <a:t>n2. </a:t>
            </a:r>
            <a:r>
              <a:rPr lang="en-US" sz="3000" b="1" dirty="0"/>
              <a:t>Author's publications (and the master student's personal contribution to the scientific publication) </a:t>
            </a:r>
            <a:r>
              <a:rPr lang="ru-RU" sz="3000" b="1" dirty="0"/>
              <a:t>/Публикации автора при наличии (и персональный вклад </a:t>
            </a:r>
            <a:r>
              <a:rPr lang="ru-KZ" sz="3000" b="1" dirty="0"/>
              <a:t>магистранта</a:t>
            </a:r>
            <a:r>
              <a:rPr lang="ru-RU" sz="3000" b="1" dirty="0"/>
              <a:t> в научную публикацию)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68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9C864-2DC6-6676-A22C-8C01646E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r>
              <a:rPr lang="ru-RU" dirty="0"/>
              <a:t>/</a:t>
            </a:r>
            <a:r>
              <a:rPr lang="ru-KZ" dirty="0"/>
              <a:t>Заключение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B1F43A-9FBE-3D39-C30A-5539A3C3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3449930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210</Words>
  <Application>Microsoft Office PowerPoint</Application>
  <PresentationFormat>Широкоэкранный</PresentationFormat>
  <Paragraphs>30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Шаблон презентации магистранта</vt:lpstr>
      <vt:lpstr>1. Relevance of the research /Актуальность исследования</vt:lpstr>
      <vt:lpstr>2. The purpose and objectives of the research /Цель и задачи исследования</vt:lpstr>
      <vt:lpstr>4. Object and subject of research /Объект и предмет исследования</vt:lpstr>
      <vt:lpstr>5. Scientific methods used /Применяемые научные методы Initial data used /Используемые исходные данные</vt:lpstr>
      <vt:lpstr>n1. Conclusions on the scientific work done for each task /Выводы по проделанной научной работе по каждой задаче </vt:lpstr>
      <vt:lpstr>6. Results of the implementation of the IMWP/ Результаты выполнения ИПРМ</vt:lpstr>
      <vt:lpstr>n2. Author's publications (and the master student's personal contribution to the scientific publication) /Публикации автора при наличии (и персональный вклад магистранта в научную публикацию)</vt:lpstr>
      <vt:lpstr>Conclusion/Заключение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докторанта</dc:title>
  <dc:creator>Zhansaya Makhambetova</dc:creator>
  <cp:lastModifiedBy>Dinara Kaibasova</cp:lastModifiedBy>
  <cp:revision>24</cp:revision>
  <dcterms:created xsi:type="dcterms:W3CDTF">2023-03-09T04:55:53Z</dcterms:created>
  <dcterms:modified xsi:type="dcterms:W3CDTF">2026-06-08T10:41:54Z</dcterms:modified>
</cp:coreProperties>
</file>