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87997393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87997393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08b0abad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08b0abad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08b0abad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08b0abad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6" l="20992" r="40113" t="2691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8" l="14010" r="43290" t="35834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9" name="Google Shape;39;p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9" name="Google Shape;179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7" name="Google Shape;217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724200" y="813250"/>
            <a:ext cx="5017500" cy="27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Socrates AI: real-time programming mentor</a:t>
            </a:r>
            <a:endParaRPr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5373000" y="4077950"/>
            <a:ext cx="34707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Koshikov Alimzhan, CSE-2501M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latin typeface="Raleway"/>
                <a:ea typeface="Raleway"/>
                <a:cs typeface="Raleway"/>
                <a:sym typeface="Raleway"/>
              </a:rPr>
              <a:t>What I Built And For Whom</a:t>
            </a:r>
            <a:endParaRPr b="1" sz="3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35" name="Google Shape;235;p18"/>
          <p:cNvSpPr txBox="1"/>
          <p:nvPr>
            <p:ph idx="1" type="body"/>
          </p:nvPr>
        </p:nvSpPr>
        <p:spPr>
          <a:xfrm>
            <a:off x="1297500" y="12105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Problem:</a:t>
            </a:r>
            <a:br>
              <a:rPr lang="ru"/>
            </a:br>
            <a:r>
              <a:rPr lang="ru"/>
              <a:t>“Frequently teaching staff is overloaded and they are not able to help each student and as result many of them get stuck on some topic and eventually give up”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ru"/>
              <a:t>Proposal: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ru"/>
              <a:t>SocratesAI</a:t>
            </a:r>
            <a:r>
              <a:rPr lang="ru"/>
              <a:t> is a real time programming mentor assistant designed for introductory C/C++/Java students with pedagogically and timely bounded. It helps freshmen to learn programming faster and ensure deep engagement and academic integrity. This project should become a individual programming teacher for each student and an assistant for teaching staff.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ru"/>
              <a:t>Main user</a:t>
            </a:r>
            <a:r>
              <a:rPr lang="ru"/>
              <a:t>: first-year computer science student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ru"/>
              <a:t>Core workflow: </a:t>
            </a:r>
            <a:r>
              <a:rPr lang="ru"/>
              <a:t>write code -&gt; get precise feedback -&gt; mark whether it helped or not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One Decision I Stand Behind</a:t>
            </a:r>
            <a:endParaRPr sz="3600"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4017900" y="1205700"/>
            <a:ext cx="4318500" cy="27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Decision I stand behind:</a:t>
            </a:r>
            <a:r>
              <a:rPr lang="ru"/>
              <a:t> Separate policy action selection from text generation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Why:</a:t>
            </a:r>
            <a:r>
              <a:rPr lang="ru"/>
              <a:t> More control, safer educational behavior, easier testing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Decision I would reverse:</a:t>
            </a:r>
            <a:r>
              <a:rPr lang="ru"/>
              <a:t> Trying to think too broadly about the code analyzer too early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Why:</a:t>
            </a:r>
            <a:r>
              <a:rPr lang="ru"/>
              <a:t> The current analyzer is still narrow, so earlier focus would have been better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latin typeface="Raleway"/>
                <a:ea typeface="Raleway"/>
                <a:cs typeface="Raleway"/>
                <a:sym typeface="Raleway"/>
              </a:rPr>
              <a:t>Did The Hypothesis Hold?</a:t>
            </a:r>
            <a:endParaRPr b="1" sz="3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47" name="Google Shape;247;p20"/>
          <p:cNvSpPr txBox="1"/>
          <p:nvPr>
            <p:ph idx="1" type="body"/>
          </p:nvPr>
        </p:nvSpPr>
        <p:spPr>
          <a:xfrm>
            <a:off x="1297500" y="12105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i="1" lang="ru"/>
              <a:t>The hypothesis was proved, the technical part worked: the bounded mentor loop is real and fast enough to stay inside the workflow. In pilot testing, I recorded 570 event interactions with ~0.8 milliseconds latency and a 70 percent event resolution rate. 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latin typeface="Raleway"/>
                <a:ea typeface="Raleway"/>
                <a:cs typeface="Raleway"/>
                <a:sym typeface="Raleway"/>
              </a:rPr>
              <a:t>Next Step</a:t>
            </a:r>
            <a:endParaRPr b="1" sz="3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53" name="Google Shape;253;p21"/>
          <p:cNvSpPr txBox="1"/>
          <p:nvPr>
            <p:ph idx="1" type="body"/>
          </p:nvPr>
        </p:nvSpPr>
        <p:spPr>
          <a:xfrm>
            <a:off x="1297500" y="12105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/>
              <a:t>Next step: small classroom </a:t>
            </a:r>
            <a:r>
              <a:rPr b="1" i="1" lang="ru"/>
              <a:t>experiment in Astana IT University within bachelors in order to:</a:t>
            </a:r>
            <a:br>
              <a:rPr b="1" i="1" lang="ru"/>
            </a:br>
            <a:r>
              <a:rPr b="1" i="1" lang="ru"/>
              <a:t>1) validate partially implemented  NFRs under real load</a:t>
            </a:r>
            <a:endParaRPr b="1" i="1"/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i="1" lang="ru"/>
              <a:t>2) test usefulness across repeated tasks</a:t>
            </a:r>
            <a:endParaRPr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>
            <p:ph type="title"/>
          </p:nvPr>
        </p:nvSpPr>
        <p:spPr>
          <a:xfrm>
            <a:off x="2858850" y="2132300"/>
            <a:ext cx="34263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Thank you!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